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23181-FEB2-44DA-9C3B-1231A62273E8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187533-7F6B-4461-B3A1-43E124B3B30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460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187533-7F6B-4461-B3A1-43E124B3B30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46878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282864-C320-4D01-D10F-4F7E25700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3725346-31F5-570E-64E3-25CA542A6B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D37037-8211-880F-A8B7-C238C4EAF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539A9F-1BBF-36F3-C39D-84EC7E5C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D43E84-269E-9C06-24E1-5612A4F24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6177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D0E87E-C763-81F4-9ECE-8446BFD6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532B33-BA0A-23B6-CA11-8BB55715B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2A1F55C-CEE2-24DC-696D-252F83C4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6C6E48-F424-FA6B-C1B8-1DBE4E5FD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709A70-B52D-FB95-D767-414B7AB45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8503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8D98B-654D-CDD7-9560-D75BAFEF4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2E514A-7A64-577F-F4D0-C5CA8DC59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05D46-E0CC-7E7C-3DC1-9290709C7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DFBFC0-64B5-68D0-AFC3-F9D8E479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CF631B-AA21-69C6-1115-1BC0AE5FE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024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59FDBC-A5DB-9BA4-5625-863D3FCAC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371CA9F-9995-DC4D-99B6-495E826771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4E7C4ED-D601-B58E-5818-028F31409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C7F1F63-021B-9E41-D650-D100E3DA9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4DB9FC-8B0E-AD96-D35E-DD2A969BF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343C6E-63AD-091C-3E08-D01E42D5C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878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674D035-43AA-7875-ABE0-FC8994CA3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873C8B-658E-E3D1-960F-CAA37348C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777814F-F009-9B30-E22C-D8F3377C2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FE5051A-992D-5093-630E-C74906FCC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185EFE7-FD10-4117-4C00-9CF8E7288E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E0DEC02-CA8D-97DD-4045-8D4FF408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F705822-62C4-28D0-F3A1-E77BB6A4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56AB217-4616-9A5A-2D29-DD0F30044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874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A504C3-9727-B6F4-A6F7-DF1B992AC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7502B74-A0B0-68C1-8F25-9A04D6C0A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A58F26-19E8-9910-9527-8E428D036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E8DE334-440D-1AF6-42F3-B6FBDF1E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435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E2495CA-39E4-A2C7-7F18-0AAA099BB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324D050-1DA0-6E40-F538-EC97498C5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425C406-9A13-CC18-DFF4-C278CA82A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484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A648D0-A764-CC7E-51B7-857FF3E0F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983082-7472-6438-30F0-02402C704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7391DFB-8CAB-195B-5265-CFF874E602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32FF918-F653-340B-C4E3-14D90216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13615AF-30CF-94E3-DE70-AF698F7C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2247B6-2FC0-219F-74B0-2CDC3C57F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61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986502-C6F1-8114-C116-B479D3816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55D2EBC-E67B-F212-19EF-970E33E13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B138F80-A2EA-2F2B-C4C3-50B3158F3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7766369-75A2-CD3B-44A1-495BF094B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75EB98-4F05-D1A8-3781-8DFBBEDF0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8326DC4-4BF4-22B7-D98A-3DFFA77F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983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CE4F30-4064-71D6-9CE0-8D7550AC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F09D087-5E4F-B866-6649-8E8027FF1A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5F0F31-D300-E6C6-1261-459DE835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4A6C01-788C-BA83-5533-684122C0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EE2336-1214-EFCD-C42E-9F0553FA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66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3C06A6-3FE6-F0D3-1F89-C672DEAA8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7B97B2-7DEF-2EF0-9344-E5868A5CC3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DE61860-3865-EE74-FAF2-FF311C46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7DEFE2A-36C0-BA61-730A-938E53E0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28EA206-CC4D-FCB5-E58F-54B41097C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514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BD2059E-64D4-BE7D-4709-4A95F4812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DDF30EC-F7AF-BCE8-FE09-60B0DE411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67AC1AC-DEE5-BE8B-C713-158B5367C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CDEA62-68EE-4459-8316-C590E1158532}" type="datetimeFigureOut">
              <a:rPr kumimoji="1" lang="ja-JP" altLang="en-US" smtClean="0"/>
              <a:t>2026/3/24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4C0BF6-7EBC-6204-57CE-E69753754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2E05BAB-2610-7F8E-CE51-BCB44B345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B5EBA6-3AF9-44A2-8ADE-40124A5FA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10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0" Type="http://schemas.openxmlformats.org/officeDocument/2006/relationships/image" Target="../media/image7.jpeg"/><Relationship Id="rId4" Type="http://schemas.microsoft.com/office/2007/relationships/hdphoto" Target="../media/hdphoto1.wdp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2000"/>
                    </a14:imgEffect>
                    <a14:imgEffect>
                      <a14:brightnessContrast bright="-24000"/>
                    </a14:imgEffect>
                  </a14:imgLayer>
                </a14:imgProps>
              </a:ext>
            </a:extLst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図 24">
            <a:extLst>
              <a:ext uri="{FF2B5EF4-FFF2-40B4-BE49-F238E27FC236}">
                <a16:creationId xmlns:a16="http://schemas.microsoft.com/office/drawing/2014/main" id="{BC046147-6D3B-E369-1315-002AA75DA3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4587" y="3130182"/>
            <a:ext cx="1431084" cy="1064224"/>
          </a:xfrm>
          <a:prstGeom prst="rect">
            <a:avLst/>
          </a:prstGeom>
        </p:spPr>
      </p:pic>
      <p:pic>
        <p:nvPicPr>
          <p:cNvPr id="54" name="図 53">
            <a:extLst>
              <a:ext uri="{FF2B5EF4-FFF2-40B4-BE49-F238E27FC236}">
                <a16:creationId xmlns:a16="http://schemas.microsoft.com/office/drawing/2014/main" id="{7D66FFF0-43BA-70D8-6154-F58581422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11250">
            <a:off x="10267325" y="4771331"/>
            <a:ext cx="1650170" cy="1437258"/>
          </a:xfrm>
          <a:prstGeom prst="rect">
            <a:avLst/>
          </a:prstGeom>
        </p:spPr>
      </p:pic>
      <p:pic>
        <p:nvPicPr>
          <p:cNvPr id="1032" name="Picture 8" descr="マリオラン」が4日間で4000万ダウンロード達成！ App Store最速記録 | ねこくまぶろぐ">
            <a:extLst>
              <a:ext uri="{FF2B5EF4-FFF2-40B4-BE49-F238E27FC236}">
                <a16:creationId xmlns:a16="http://schemas.microsoft.com/office/drawing/2014/main" id="{3C27E07A-F6AF-17C5-D3D5-0DFA989AD7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19" b="25415"/>
          <a:stretch>
            <a:fillRect/>
          </a:stretch>
        </p:blipFill>
        <p:spPr bwMode="auto">
          <a:xfrm rot="21214869">
            <a:off x="1517076" y="3862834"/>
            <a:ext cx="2762250" cy="219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図 49">
            <a:extLst>
              <a:ext uri="{FF2B5EF4-FFF2-40B4-BE49-F238E27FC236}">
                <a16:creationId xmlns:a16="http://schemas.microsoft.com/office/drawing/2014/main" id="{70EF6397-626C-0BB2-A532-BEB5B1985A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5732" y="3474550"/>
            <a:ext cx="2863761" cy="3166672"/>
          </a:xfrm>
          <a:prstGeom prst="rect">
            <a:avLst/>
          </a:prstGeom>
        </p:spPr>
      </p:pic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5DDB66F9-1826-9E54-3093-EA42419EE8F2}"/>
              </a:ext>
            </a:extLst>
          </p:cNvPr>
          <p:cNvSpPr/>
          <p:nvPr/>
        </p:nvSpPr>
        <p:spPr>
          <a:xfrm>
            <a:off x="5608884" y="390949"/>
            <a:ext cx="6438637" cy="182098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8" name="Picture 4" descr="赤色の旗（フラッグ） - かわいいフリーイラスト素材集【ぴくらいく】｜商用フリー">
            <a:extLst>
              <a:ext uri="{FF2B5EF4-FFF2-40B4-BE49-F238E27FC236}">
                <a16:creationId xmlns:a16="http://schemas.microsoft.com/office/drawing/2014/main" id="{71E2E51C-B127-59DA-ED3A-58CEE6F646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375761">
            <a:off x="-23248" y="4785285"/>
            <a:ext cx="1885217" cy="1885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299AFB67-F761-B55A-44D8-B0D41A6A39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11250" flipH="1">
            <a:off x="2120658" y="2015623"/>
            <a:ext cx="1156293" cy="1006528"/>
          </a:xfrm>
          <a:prstGeom prst="rect">
            <a:avLst/>
          </a:prstGeom>
        </p:spPr>
      </p:pic>
      <p:pic>
        <p:nvPicPr>
          <p:cNvPr id="1026" name="Picture 2" descr="Why it's so hard to lose excess weight and keep it off: The Biggest Losers'  experience - Harvard Health">
            <a:extLst>
              <a:ext uri="{FF2B5EF4-FFF2-40B4-BE49-F238E27FC236}">
                <a16:creationId xmlns:a16="http://schemas.microsoft.com/office/drawing/2014/main" id="{B4D239A0-250D-D1E9-21D5-5BECDEC4A4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7000" y="1087158"/>
            <a:ext cx="2048065" cy="136289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FF7053E9-DC5F-7D8A-0AAB-2DEBB2EE5229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65000"/>
          </a:blip>
          <a:stretch>
            <a:fillRect/>
          </a:stretch>
        </p:blipFill>
        <p:spPr>
          <a:xfrm rot="21406891">
            <a:off x="47712" y="1874228"/>
            <a:ext cx="1652078" cy="132608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1D8A009-97A3-12A7-7E45-22ED81B20FC9}"/>
              </a:ext>
            </a:extLst>
          </p:cNvPr>
          <p:cNvSpPr txBox="1"/>
          <p:nvPr/>
        </p:nvSpPr>
        <p:spPr>
          <a:xfrm>
            <a:off x="7841396" y="488124"/>
            <a:ext cx="1973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Weight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pPr algn="ctr"/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体重</a:t>
            </a:r>
            <a:endParaRPr kumimoji="1"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48C989B-FB64-EF62-71CE-AB937715E667}"/>
              </a:ext>
            </a:extLst>
          </p:cNvPr>
          <p:cNvSpPr txBox="1"/>
          <p:nvPr/>
        </p:nvSpPr>
        <p:spPr>
          <a:xfrm>
            <a:off x="261108" y="459759"/>
            <a:ext cx="289050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400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F</a:t>
            </a:r>
            <a:r>
              <a:rPr lang="en-US" altLang="ja-JP" sz="4400" dirty="0" err="1">
                <a:ln>
                  <a:solidFill>
                    <a:schemeClr val="tx1"/>
                  </a:solidFill>
                </a:ln>
                <a:latin typeface="Sicうんすい" panose="02000600000000000000" pitchFamily="50" charset="-128"/>
                <a:ea typeface="Sicうんすい" panose="02000600000000000000" pitchFamily="50" charset="-128"/>
              </a:rPr>
              <a:t>ly</a:t>
            </a:r>
            <a:r>
              <a:rPr lang="en-US" altLang="ja-JP" sz="4400" dirty="0" err="1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F</a:t>
            </a:r>
            <a:r>
              <a:rPr lang="en-US" altLang="ja-JP" sz="4400" dirty="0" err="1">
                <a:ln>
                  <a:solidFill>
                    <a:schemeClr val="tx1"/>
                  </a:solidFill>
                </a:ln>
                <a:latin typeface="Sicうんすい" panose="02000600000000000000" pitchFamily="50" charset="-128"/>
                <a:ea typeface="Sicうんすい" panose="02000600000000000000" pitchFamily="50" charset="-128"/>
              </a:rPr>
              <a:t>rog</a:t>
            </a:r>
            <a:endParaRPr lang="en-US" altLang="ja-JP" sz="4400" dirty="0">
              <a:ln>
                <a:solidFill>
                  <a:schemeClr val="tx1"/>
                </a:solidFill>
              </a:ln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pPr algn="ctr"/>
            <a:r>
              <a:rPr lang="ja-JP" altLang="en-US" dirty="0">
                <a:ln>
                  <a:solidFill>
                    <a:schemeClr val="tx1"/>
                  </a:solidFill>
                </a:ln>
                <a:latin typeface="Sicうんすい" panose="02000600000000000000" pitchFamily="50" charset="-128"/>
                <a:ea typeface="Sicうんすい" panose="02000600000000000000" pitchFamily="50" charset="-128"/>
              </a:rPr>
              <a:t>～蛙の大冒険～</a:t>
            </a:r>
            <a:endParaRPr kumimoji="1" lang="ja-JP" altLang="en-US" dirty="0">
              <a:ln>
                <a:solidFill>
                  <a:schemeClr val="tx1"/>
                </a:solidFill>
              </a:ln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27D2A1D-5D0C-F49C-CCED-FADFA3BF6595}"/>
              </a:ext>
            </a:extLst>
          </p:cNvPr>
          <p:cNvSpPr txBox="1"/>
          <p:nvPr/>
        </p:nvSpPr>
        <p:spPr>
          <a:xfrm>
            <a:off x="170873" y="126745"/>
            <a:ext cx="3273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TEAM-06</a:t>
            </a:r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：開地・西尾・篤司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513CD71-8524-8470-D743-D6E5F4908377}"/>
              </a:ext>
            </a:extLst>
          </p:cNvPr>
          <p:cNvSpPr txBox="1"/>
          <p:nvPr/>
        </p:nvSpPr>
        <p:spPr>
          <a:xfrm>
            <a:off x="9703173" y="1053037"/>
            <a:ext cx="23289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Destination</a:t>
            </a:r>
          </a:p>
          <a:p>
            <a:pPr algn="ctr"/>
            <a:r>
              <a:rPr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ワイヤーの先に移動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D05109-6B0B-E3C3-E234-F6D83F481260}"/>
              </a:ext>
            </a:extLst>
          </p:cNvPr>
          <p:cNvSpPr txBox="1"/>
          <p:nvPr/>
        </p:nvSpPr>
        <p:spPr>
          <a:xfrm>
            <a:off x="5530092" y="968116"/>
            <a:ext cx="2537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A</a:t>
            </a:r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utomatic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pPr algn="ctr"/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ワイヤーで自動移動</a:t>
            </a:r>
            <a:endParaRPr kumimoji="1"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FD60916-642A-0932-1DD3-2075E085B5B2}"/>
              </a:ext>
            </a:extLst>
          </p:cNvPr>
          <p:cNvSpPr txBox="1"/>
          <p:nvPr/>
        </p:nvSpPr>
        <p:spPr>
          <a:xfrm>
            <a:off x="7725941" y="1559192"/>
            <a:ext cx="2204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Shot</a:t>
            </a:r>
            <a:endParaRPr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pPr algn="ctr"/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ワイヤーを飛ばす</a:t>
            </a:r>
            <a:endParaRPr kumimoji="1" lang="en-US" altLang="ja-JP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7D7CA307-9CB0-B3B0-C5EA-68F88955796A}"/>
              </a:ext>
            </a:extLst>
          </p:cNvPr>
          <p:cNvSpPr txBox="1"/>
          <p:nvPr/>
        </p:nvSpPr>
        <p:spPr>
          <a:xfrm rot="413113">
            <a:off x="3164889" y="2774950"/>
            <a:ext cx="8038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b="1" dirty="0">
                <a:solidFill>
                  <a:srgbClr val="FF000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舌を伸ばして移動→→→→→→→ 壁に張り付く</a:t>
            </a:r>
            <a:endParaRPr kumimoji="1" lang="ja-JP" altLang="en-US" sz="2800" b="1" dirty="0">
              <a:solidFill>
                <a:srgbClr val="FF0000"/>
              </a:solidFill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57C49A2-DF05-179F-EA3E-E0B7C52A3E8A}"/>
              </a:ext>
            </a:extLst>
          </p:cNvPr>
          <p:cNvSpPr txBox="1"/>
          <p:nvPr/>
        </p:nvSpPr>
        <p:spPr>
          <a:xfrm rot="21311503">
            <a:off x="170874" y="1598617"/>
            <a:ext cx="3273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えさを食べて体重を増やす</a:t>
            </a:r>
            <a:endParaRPr lang="en-US" altLang="ja-JP" sz="20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41BFD2B-FDED-FD60-47FA-CB1BFE8AC85B}"/>
              </a:ext>
            </a:extLst>
          </p:cNvPr>
          <p:cNvSpPr txBox="1"/>
          <p:nvPr/>
        </p:nvSpPr>
        <p:spPr>
          <a:xfrm rot="21077051">
            <a:off x="260149" y="5384032"/>
            <a:ext cx="45226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建物に飛び移って</a:t>
            </a:r>
            <a:endParaRPr lang="en-US" altLang="ja-JP" sz="28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  <a:p>
            <a:pPr algn="ctr"/>
            <a:r>
              <a:rPr lang="ja-JP" altLang="en-US" sz="28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上にある</a:t>
            </a:r>
            <a:r>
              <a:rPr lang="ja-JP" altLang="en-US" sz="2800" dirty="0">
                <a:solidFill>
                  <a:srgbClr val="FF0000"/>
                </a:solidFill>
                <a:latin typeface="Sicうんすい" panose="02000600000000000000" pitchFamily="50" charset="-128"/>
                <a:ea typeface="Sicうんすい" panose="02000600000000000000" pitchFamily="50" charset="-128"/>
              </a:rPr>
              <a:t>ゴール</a:t>
            </a:r>
            <a:r>
              <a:rPr lang="ja-JP" altLang="en-US" sz="28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を目指せ</a:t>
            </a:r>
            <a:endParaRPr kumimoji="1" lang="ja-JP" altLang="en-US" sz="28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081E9C7-6D97-6A57-26F2-E5B6A37A31C8}"/>
              </a:ext>
            </a:extLst>
          </p:cNvPr>
          <p:cNvSpPr txBox="1"/>
          <p:nvPr/>
        </p:nvSpPr>
        <p:spPr>
          <a:xfrm>
            <a:off x="4081084" y="6485212"/>
            <a:ext cx="17380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3D</a:t>
            </a:r>
            <a:r>
              <a:rPr kumimoji="1" lang="ja-JP" altLang="en-US" sz="20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空間　</a:t>
            </a:r>
            <a:r>
              <a:rPr kumimoji="1" lang="en-US" altLang="ja-JP" sz="20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TPS</a:t>
            </a:r>
            <a:endParaRPr kumimoji="1" lang="ja-JP" altLang="en-US" sz="20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pic>
        <p:nvPicPr>
          <p:cNvPr id="44" name="図 43">
            <a:extLst>
              <a:ext uri="{FF2B5EF4-FFF2-40B4-BE49-F238E27FC236}">
                <a16:creationId xmlns:a16="http://schemas.microsoft.com/office/drawing/2014/main" id="{DBC1FB7E-CDBC-7E63-F72E-2AC114A7C38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17920" y="135244"/>
            <a:ext cx="1087810" cy="921012"/>
          </a:xfrm>
          <a:prstGeom prst="rect">
            <a:avLst/>
          </a:prstGeom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C1471058-568B-D3DE-642E-558D4E48367A}"/>
              </a:ext>
            </a:extLst>
          </p:cNvPr>
          <p:cNvSpPr txBox="1"/>
          <p:nvPr/>
        </p:nvSpPr>
        <p:spPr>
          <a:xfrm rot="21158814">
            <a:off x="188594" y="3753831"/>
            <a:ext cx="4890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えさを</a:t>
            </a:r>
            <a:r>
              <a:rPr lang="ja-JP" altLang="en-US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効率的に</a:t>
            </a:r>
            <a:r>
              <a:rPr kumimoji="1" lang="ja-JP" altLang="en-US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たくさん食べよう</a:t>
            </a:r>
            <a:endParaRPr kumimoji="1" lang="en-US" altLang="ja-JP" sz="24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7A2A0FC4-EF57-0686-2781-D7E1E0545E69}"/>
              </a:ext>
            </a:extLst>
          </p:cNvPr>
          <p:cNvSpPr txBox="1"/>
          <p:nvPr/>
        </p:nvSpPr>
        <p:spPr>
          <a:xfrm rot="333575">
            <a:off x="7512351" y="5317030"/>
            <a:ext cx="34219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貼り付けない壁も</a:t>
            </a:r>
            <a:r>
              <a:rPr kumimoji="1" lang="en-US" altLang="ja-JP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…</a:t>
            </a:r>
          </a:p>
          <a:p>
            <a:pPr algn="ctr"/>
            <a:r>
              <a:rPr lang="ja-JP" altLang="en-US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見極めて伸ばそう</a:t>
            </a:r>
            <a:endParaRPr kumimoji="1" lang="ja-JP" altLang="en-US" sz="2400" dirty="0">
              <a:latin typeface="Sicうんすい" panose="02000600000000000000" pitchFamily="50" charset="-128"/>
              <a:ea typeface="Sicうんすい" panose="02000600000000000000" pitchFamily="50" charset="-128"/>
            </a:endParaRP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E667F01-9EA9-69F5-2ED2-3DE0E6FB9842}"/>
              </a:ext>
            </a:extLst>
          </p:cNvPr>
          <p:cNvSpPr txBox="1"/>
          <p:nvPr/>
        </p:nvSpPr>
        <p:spPr>
          <a:xfrm rot="452443">
            <a:off x="7761798" y="4304138"/>
            <a:ext cx="299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舌でギミックを起動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6938E197-950F-7572-418C-83EF010DC83C}"/>
              </a:ext>
            </a:extLst>
          </p:cNvPr>
          <p:cNvSpPr txBox="1"/>
          <p:nvPr/>
        </p:nvSpPr>
        <p:spPr>
          <a:xfrm>
            <a:off x="327454" y="3022325"/>
            <a:ext cx="3645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dirty="0">
                <a:latin typeface="Sicうんすい" panose="02000600000000000000" pitchFamily="50" charset="-128"/>
                <a:ea typeface="Sicうんすい" panose="02000600000000000000" pitchFamily="50" charset="-128"/>
              </a:rPr>
              <a:t>体重に応じて舌の長さが伸びる</a:t>
            </a:r>
          </a:p>
        </p:txBody>
      </p:sp>
    </p:spTree>
    <p:extLst>
      <p:ext uri="{BB962C8B-B14F-4D97-AF65-F5344CB8AC3E}">
        <p14:creationId xmlns:p14="http://schemas.microsoft.com/office/powerpoint/2010/main" val="699997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1CD4EC631C04419A78B25055566241" ma:contentTypeVersion="9" ma:contentTypeDescription="新しいドキュメントを作成します。" ma:contentTypeScope="" ma:versionID="542210c48501d0d8409541a7f3f744da">
  <xsd:schema xmlns:xsd="http://www.w3.org/2001/XMLSchema" xmlns:xs="http://www.w3.org/2001/XMLSchema" xmlns:p="http://schemas.microsoft.com/office/2006/metadata/properties" xmlns:ns3="f9bed73b-e658-49b5-bba4-544b5c108067" xmlns:ns4="727260ab-068d-42bd-9930-0b757632fedd" targetNamespace="http://schemas.microsoft.com/office/2006/metadata/properties" ma:root="true" ma:fieldsID="ded776a2eeef4099ea0499a53cab014a" ns3:_="" ns4:_="">
    <xsd:import namespace="f9bed73b-e658-49b5-bba4-544b5c108067"/>
    <xsd:import namespace="727260ab-068d-42bd-9930-0b757632fed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bed73b-e658-49b5-bba4-544b5c10806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7260ab-068d-42bd-9930-0b757632fedd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bed73b-e658-49b5-bba4-544b5c108067" xsi:nil="true"/>
  </documentManagement>
</p:properties>
</file>

<file path=customXml/itemProps1.xml><?xml version="1.0" encoding="utf-8"?>
<ds:datastoreItem xmlns:ds="http://schemas.openxmlformats.org/officeDocument/2006/customXml" ds:itemID="{19D592CD-839E-43E2-A7FA-2E11250D92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bed73b-e658-49b5-bba4-544b5c108067"/>
    <ds:schemaRef ds:uri="727260ab-068d-42bd-9930-0b757632fe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7E40DE0-AA04-445D-83A0-48331E8404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B4CB0B-56BB-4B85-8F94-C2F40EAF6989}">
  <ds:schemaRefs>
    <ds:schemaRef ds:uri="http://schemas.microsoft.com/office/2006/metadata/properties"/>
    <ds:schemaRef ds:uri="http://www.w3.org/XML/1998/namespace"/>
    <ds:schemaRef ds:uri="http://purl.org/dc/terms/"/>
    <ds:schemaRef ds:uri="http://schemas.microsoft.com/office/infopath/2007/PartnerControls"/>
    <ds:schemaRef ds:uri="f9bed73b-e658-49b5-bba4-544b5c108067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727260ab-068d-42bd-9930-0b757632fed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87</Words>
  <Application>Microsoft Office PowerPoint</Application>
  <PresentationFormat>ワイド画面</PresentationFormat>
  <Paragraphs>22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Sicうんすい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開地　碧音</dc:creator>
  <cp:lastModifiedBy>開地　碧音</cp:lastModifiedBy>
  <cp:revision>2</cp:revision>
  <dcterms:created xsi:type="dcterms:W3CDTF">2026-03-24T00:01:13Z</dcterms:created>
  <dcterms:modified xsi:type="dcterms:W3CDTF">2026-03-24T02:54:34Z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0x010100661CD4EC631C04419A78B25055566241</vt:lpwstr>
  </property>
</Properties>
</file>