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8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23181-FEB2-44DA-9C3B-1231A62273E8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87533-7F6B-4461-B3A1-43E124B3B3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60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533-7F6B-4461-B3A1-43E124B3B30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4687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91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38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59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17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231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995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2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53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02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342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664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DEA62-68EE-4459-8316-C590E1158532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8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5DDB66F9-1826-9E54-3093-EA42419EE8F2}"/>
              </a:ext>
            </a:extLst>
          </p:cNvPr>
          <p:cNvSpPr/>
          <p:nvPr/>
        </p:nvSpPr>
        <p:spPr>
          <a:xfrm>
            <a:off x="3690990" y="1744593"/>
            <a:ext cx="3167010" cy="1024306"/>
          </a:xfrm>
          <a:prstGeom prst="roundRect">
            <a:avLst>
              <a:gd name="adj" fmla="val 4109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013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D8A009-97A3-12A7-7E45-22ED81B20FC9}"/>
              </a:ext>
            </a:extLst>
          </p:cNvPr>
          <p:cNvSpPr txBox="1"/>
          <p:nvPr/>
        </p:nvSpPr>
        <p:spPr>
          <a:xfrm>
            <a:off x="4685105" y="1753527"/>
            <a:ext cx="1110160" cy="494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  <a:latin typeface="Sicうんすい" panose="02000600000000000000" pitchFamily="50" charset="-128"/>
                <a:ea typeface="Sicうんすい" panose="02000600000000000000" pitchFamily="50" charset="-128"/>
              </a:rPr>
              <a:t>W</a:t>
            </a:r>
            <a:r>
              <a:rPr lang="en-US" altLang="ja-JP" sz="1013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eight</a:t>
            </a:r>
          </a:p>
          <a:p>
            <a:pPr algn="ctr"/>
            <a:r>
              <a:rPr lang="ja-JP" altLang="en-US" sz="1013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体重</a:t>
            </a:r>
            <a:endParaRPr lang="en-US" altLang="ja-JP" sz="1013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7D2A1D-5D0C-F49C-CCED-FADFA3BF6595}"/>
              </a:ext>
            </a:extLst>
          </p:cNvPr>
          <p:cNvSpPr txBox="1"/>
          <p:nvPr/>
        </p:nvSpPr>
        <p:spPr>
          <a:xfrm>
            <a:off x="3340693" y="81727"/>
            <a:ext cx="3480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 err="1">
                <a:latin typeface="Sicうんすい" panose="02000600000000000000" pitchFamily="50" charset="-128"/>
                <a:ea typeface="Sicうんすい" panose="02000600000000000000" pitchFamily="50" charset="-128"/>
              </a:rPr>
              <a:t>TEAM:stundet</a:t>
            </a:r>
            <a:endParaRPr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pPr algn="ctr"/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制作者</a:t>
            </a:r>
            <a:r>
              <a:rPr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/</a:t>
            </a:r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担当</a:t>
            </a:r>
            <a:endParaRPr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開地：モデル</a:t>
            </a:r>
            <a:r>
              <a:rPr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/</a:t>
            </a:r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テクスチャ</a:t>
            </a:r>
            <a:r>
              <a:rPr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/</a:t>
            </a:r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書類</a:t>
            </a:r>
            <a:endParaRPr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西尾：プログラム</a:t>
            </a:r>
            <a:endParaRPr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篤司：キャラクター</a:t>
            </a:r>
            <a:r>
              <a:rPr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/</a:t>
            </a:r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ステージ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13CD71-8524-8470-D743-D6E5F4908377}"/>
              </a:ext>
            </a:extLst>
          </p:cNvPr>
          <p:cNvSpPr txBox="1"/>
          <p:nvPr/>
        </p:nvSpPr>
        <p:spPr>
          <a:xfrm>
            <a:off x="5547959" y="2032071"/>
            <a:ext cx="1310041" cy="65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  <a:latin typeface="Sicうんすい" panose="02000600000000000000" pitchFamily="50" charset="-128"/>
                <a:ea typeface="Sicうんすい" panose="02000600000000000000" pitchFamily="50" charset="-128"/>
              </a:rPr>
              <a:t>D</a:t>
            </a:r>
            <a:r>
              <a:rPr lang="en-US" altLang="ja-JP" sz="1013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estination</a:t>
            </a:r>
          </a:p>
          <a:p>
            <a:pPr algn="ctr"/>
            <a:r>
              <a:rPr lang="ja-JP" altLang="en-US" sz="1013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ワイヤーの先に移動</a:t>
            </a:r>
            <a:endParaRPr lang="en-US" altLang="ja-JP" sz="1013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D05109-6B0B-E3C3-E234-F6D83F481260}"/>
              </a:ext>
            </a:extLst>
          </p:cNvPr>
          <p:cNvSpPr txBox="1"/>
          <p:nvPr/>
        </p:nvSpPr>
        <p:spPr>
          <a:xfrm>
            <a:off x="3622370" y="2079294"/>
            <a:ext cx="1427181" cy="494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  <a:latin typeface="Sicうんすい" panose="02000600000000000000" pitchFamily="50" charset="-128"/>
                <a:ea typeface="Sicうんすい" panose="02000600000000000000" pitchFamily="50" charset="-128"/>
              </a:rPr>
              <a:t>A</a:t>
            </a:r>
            <a:r>
              <a:rPr lang="en-US" altLang="ja-JP" sz="1013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utomatic</a:t>
            </a:r>
          </a:p>
          <a:p>
            <a:pPr algn="ctr"/>
            <a:r>
              <a:rPr lang="ja-JP" altLang="en-US" sz="1013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ワイヤーで自動移動</a:t>
            </a:r>
            <a:endParaRPr lang="en-US" altLang="ja-JP" sz="1013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D60916-642A-0932-1DD3-2075E085B5B2}"/>
              </a:ext>
            </a:extLst>
          </p:cNvPr>
          <p:cNvSpPr txBox="1"/>
          <p:nvPr/>
        </p:nvSpPr>
        <p:spPr>
          <a:xfrm>
            <a:off x="4620162" y="2264832"/>
            <a:ext cx="1240046" cy="494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>
                <a:ln w="3175">
                  <a:solidFill>
                    <a:schemeClr val="tx1"/>
                  </a:solidFill>
                </a:ln>
                <a:solidFill>
                  <a:srgbClr val="FF0000"/>
                </a:solidFill>
                <a:latin typeface="Sicうんすい" panose="02000600000000000000" pitchFamily="50" charset="-128"/>
                <a:ea typeface="Sicうんすい" panose="02000600000000000000" pitchFamily="50" charset="-128"/>
              </a:rPr>
              <a:t>S</a:t>
            </a:r>
            <a:r>
              <a:rPr lang="en-US" altLang="ja-JP" sz="1013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hot</a:t>
            </a:r>
          </a:p>
          <a:p>
            <a:pPr algn="ctr"/>
            <a:r>
              <a:rPr lang="ja-JP" altLang="en-US" sz="1013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ワイヤーを飛ばす</a:t>
            </a:r>
            <a:endParaRPr lang="en-US" altLang="ja-JP" sz="1013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DBC1FB7E-CDBC-7E63-F72E-2AC114A7C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181" y="1559055"/>
            <a:ext cx="611893" cy="518069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674875F3-756A-601D-6156-A487E599F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1" y="171721"/>
            <a:ext cx="3392259" cy="147385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EE53530-59D0-C946-F16C-E857F22047ED}"/>
              </a:ext>
            </a:extLst>
          </p:cNvPr>
          <p:cNvSpPr txBox="1"/>
          <p:nvPr/>
        </p:nvSpPr>
        <p:spPr>
          <a:xfrm>
            <a:off x="84386" y="1912513"/>
            <a:ext cx="34730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制作環境：</a:t>
            </a:r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C++,DirectX</a:t>
            </a:r>
          </a:p>
          <a:p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制作期間：</a:t>
            </a:r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2026</a:t>
            </a:r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年</a:t>
            </a:r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3/24</a:t>
            </a:r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～</a:t>
            </a:r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3/26</a:t>
            </a:r>
          </a:p>
          <a:p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ジャンル：</a:t>
            </a:r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3D</a:t>
            </a:r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アクションゲーム</a:t>
            </a:r>
            <a:endParaRPr kumimoji="1"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8DC5F9-EC14-AA4E-AE26-002CF6A5B7C9}"/>
              </a:ext>
            </a:extLst>
          </p:cNvPr>
          <p:cNvSpPr/>
          <p:nvPr/>
        </p:nvSpPr>
        <p:spPr>
          <a:xfrm>
            <a:off x="3340693" y="81727"/>
            <a:ext cx="3473042" cy="1662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99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61CD4EC631C04419A78B25055566241" ma:contentTypeVersion="9" ma:contentTypeDescription="新しいドキュメントを作成します。" ma:contentTypeScope="" ma:versionID="542210c48501d0d8409541a7f3f744da">
  <xsd:schema xmlns:xsd="http://www.w3.org/2001/XMLSchema" xmlns:xs="http://www.w3.org/2001/XMLSchema" xmlns:p="http://schemas.microsoft.com/office/2006/metadata/properties" xmlns:ns3="f9bed73b-e658-49b5-bba4-544b5c108067" xmlns:ns4="727260ab-068d-42bd-9930-0b757632fedd" targetNamespace="http://schemas.microsoft.com/office/2006/metadata/properties" ma:root="true" ma:fieldsID="ded776a2eeef4099ea0499a53cab014a" ns3:_="" ns4:_="">
    <xsd:import namespace="f9bed73b-e658-49b5-bba4-544b5c108067"/>
    <xsd:import namespace="727260ab-068d-42bd-9930-0b757632fed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ed73b-e658-49b5-bba4-544b5c10806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7260ab-068d-42bd-9930-0b757632fed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bed73b-e658-49b5-bba4-544b5c108067" xsi:nil="true"/>
  </documentManagement>
</p:properties>
</file>

<file path=customXml/itemProps1.xml><?xml version="1.0" encoding="utf-8"?>
<ds:datastoreItem xmlns:ds="http://schemas.openxmlformats.org/officeDocument/2006/customXml" ds:itemID="{19D592CD-839E-43E2-A7FA-2E11250D92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bed73b-e658-49b5-bba4-544b5c108067"/>
    <ds:schemaRef ds:uri="727260ab-068d-42bd-9930-0b757632fe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E40DE0-AA04-445D-83A0-48331E8404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B4CB0B-56BB-4B85-8F94-C2F40EAF6989}">
  <ds:schemaRefs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f9bed73b-e658-49b5-bba4-544b5c108067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727260ab-068d-42bd-9930-0b757632fed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57</Words>
  <Application>Microsoft Office PowerPoint</Application>
  <PresentationFormat>A4 210 x 297 mm</PresentationFormat>
  <Paragraphs>17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Sicうんすい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開地　碧音</dc:creator>
  <cp:lastModifiedBy>開地　碧音</cp:lastModifiedBy>
  <cp:revision>5</cp:revision>
  <dcterms:created xsi:type="dcterms:W3CDTF">2026-03-24T00:01:13Z</dcterms:created>
  <dcterms:modified xsi:type="dcterms:W3CDTF">2026-03-26T00:40:48Z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0x010100661CD4EC631C04419A78B25055566241</vt:lpwstr>
  </property>
</Properties>
</file>