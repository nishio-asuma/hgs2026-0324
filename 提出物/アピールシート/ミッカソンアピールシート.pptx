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7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7B5E34-B983-E17D-5252-BB2E4B8B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92CC6FE-0D82-31C6-E27B-F59E219A3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6E2C31-A5E3-225B-7D46-5CC44BFB5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EC40-C4A6-4C1A-A5E0-66FD5C7BDC81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26DDE9-8DFD-5ABA-1839-09E23929D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B16050-B958-09E1-13C8-64285E67A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62E8-047F-43F3-895B-3E5B7FC51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91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B6BDD7-E156-A54C-544B-82816866D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1752EA-6034-36E7-E6A4-51201395E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87C050-C915-B198-30AD-0945CE51A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EC40-C4A6-4C1A-A5E0-66FD5C7BDC81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C97B77-ECCB-EB8B-8DB5-AC2680E2A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A52AEF-7701-16A7-4CA4-57B138606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62E8-047F-43F3-895B-3E5B7FC51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6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A0A5F4-6A64-47D8-6D11-E61A773D1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8476C3-7871-01F3-7CED-24CA24D48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DDC79E-3463-641D-E3AA-4B915EE5F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EC40-C4A6-4C1A-A5E0-66FD5C7BDC81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C81445-D7D9-57E8-FAF0-4190E6EF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96F8A6-CF05-07FF-4453-4A2BA021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62E8-047F-43F3-895B-3E5B7FC51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5399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51E67A-909A-C0BA-19B3-82A8DD7E1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392041-A4FE-9030-6665-A50D98849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396510-1481-EA4F-FAE9-402A4CE7B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BB9BA2-5323-5A6A-584F-ADCC48192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EC40-C4A6-4C1A-A5E0-66FD5C7BDC81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EFB20B-89DA-D648-405B-9BB1810D1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7FD7A7-0342-A58A-F642-D4CCD7DA2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62E8-047F-43F3-895B-3E5B7FC51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9987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7B9BEC-1E91-82C7-00C8-6C89B8C4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417117-364C-D8D7-4F6A-C5CBF7CC0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B8CD955-0FDB-369B-879F-6A35C2ABA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BA51D25-558D-EC68-8334-E6CBA08E2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2BED428-A874-8A96-21C5-A1EFD9929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2F934EA-0802-E4E6-F954-BD45812E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EC40-C4A6-4C1A-A5E0-66FD5C7BDC81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F67C8F2-96F2-242C-3BB4-2FFA3C23B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B89FAD0-6EC7-2143-5F9F-CDEE0417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62E8-047F-43F3-895B-3E5B7FC51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8610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11C4B8-037A-380F-086E-F77F965F7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F1EF31F-3028-1B15-B4ED-78CC0F813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EC40-C4A6-4C1A-A5E0-66FD5C7BDC81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98BE540-3BC3-7497-F418-BC1ABC7DC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085C5C8-5D00-C6CA-4065-D3EA4C69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62E8-047F-43F3-895B-3E5B7FC51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0734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FE02020-0DC5-1262-B976-1CC80CB6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EC40-C4A6-4C1A-A5E0-66FD5C7BDC81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965A166-DB85-ABEC-439F-7305C2F23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F640DE-18B5-DBC5-CEB1-75534360F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62E8-047F-43F3-895B-3E5B7FC51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674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B73EF1-D9A1-5CA4-5F25-033F44D4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C29878-D530-C639-0258-83563D023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F2CA298-F55D-FDB2-A0EA-6DE9250AC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294765-3F39-7A23-7B08-B4732E65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EC40-C4A6-4C1A-A5E0-66FD5C7BDC81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EB1E12-92BC-709A-66D7-8FF4287F4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F5BF5F-CA15-35CF-36CC-70A13944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62E8-047F-43F3-895B-3E5B7FC51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0905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9741CB-1BD8-EC94-06E4-A34CA6B5B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3E9E834-E84B-B6F1-35D5-D0BACF41F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4004EA-56FC-62BC-3B1F-72C1F19F6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0D87B0-311C-3971-1550-3860F9AA9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EC40-C4A6-4C1A-A5E0-66FD5C7BDC81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2AAA23-CBB1-9D2A-A741-45139B37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857D8B-C73B-2257-9A40-4AE5411A5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62E8-047F-43F3-895B-3E5B7FC51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4739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FD6157-1905-E03F-5C0B-F9786383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450FB3F-AB19-E4C0-6302-908CEC622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CD8D2D-D525-65CC-09FA-1F4A13199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EC40-C4A6-4C1A-A5E0-66FD5C7BDC81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183C57-7288-F605-11FD-6CD6D9CA8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C5E1BF-E39A-42CC-2DDA-0BAD0516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62E8-047F-43F3-895B-3E5B7FC51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1662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6858B71-3C2E-BEF4-3A9C-CEC5D5C809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307C99-E567-134A-9C6C-E8DDDE1AA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9F3CF1-17F7-0357-A5AF-2EB3415D7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EC40-C4A6-4C1A-A5E0-66FD5C7BDC81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431017-BA2F-541A-F85A-CF5613E66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D7C3B1-F1E4-F453-CDF1-0D02B5CC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62E8-047F-43F3-895B-3E5B7FC51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583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2786E71-27A0-DD66-8C13-B109F3E94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D47280-5559-4BAA-1A15-2E5291BEF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0E274E-67B0-1B8B-CFEC-2845A20BF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BEC40-C4A6-4C1A-A5E0-66FD5C7BDC81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CD48C2-B686-FFE2-6E04-FCB2BE3C8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8C06C1-6B66-8289-8E5D-EA50BFA14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662E8-047F-43F3-895B-3E5B7FC51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468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E154D-0E00-DC97-BFC4-3E62EDD9C2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56023E8-139D-94D6-C439-ED8BFDA5D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250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開地　碧音</dc:creator>
  <cp:lastModifiedBy>開地　碧音</cp:lastModifiedBy>
  <cp:revision>1</cp:revision>
  <dcterms:created xsi:type="dcterms:W3CDTF">2026-03-25T00:07:22Z</dcterms:created>
  <dcterms:modified xsi:type="dcterms:W3CDTF">2026-03-25T00:07:44Z</dcterms:modified>
</cp:coreProperties>
</file>