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sldIdLst>
    <p:sldId id="257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2A77A"/>
    <a:srgbClr val="CC6600"/>
    <a:srgbClr val="CC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57" d="100"/>
          <a:sy n="57" d="100"/>
        </p:scale>
        <p:origin x="980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623181-FEB2-44DA-9C3B-1231A62273E8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187533-7F6B-4461-B3A1-43E124B3B30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46059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2864-C320-4D01-D10F-4F7E257000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3725346-31F5-570E-64E3-25CA542A6B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D37037-8211-880F-A8B7-C238C4EAF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8539A9F-1BBF-36F3-C39D-84EC7E5CC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D43E84-269E-9C06-24E1-5612A4F24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61777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AD0E87E-C763-81F4-9ECE-8446BFD6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F532B33-BA0A-23B6-CA11-8BB55715B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2A1F55C-CEE2-24DC-696D-252F83C445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A6C6E48-F424-FA6B-C1B8-1DBE4E5FD1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709A70-B52D-FB95-D767-414B7AB45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850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98D98B-654D-CDD7-9560-D75BAFEF4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2E514A-7A64-577F-F4D0-C5CA8DC59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605D46-E0CC-7E7C-3DC1-9290709C7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9DFBFC0-64B5-68D0-AFC3-F9D8E4791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5CF631B-AA21-69C6-1115-1BC0AE5FE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9024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59FDBC-A5DB-9BA4-5625-863D3FCAC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371CA9F-9995-DC4D-99B6-495E826771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4E7C4ED-D601-B58E-5818-028F314091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C7F1F63-021B-9E41-D650-D100E3DA9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4DB9FC-8B0E-AD96-D35E-DD2A969BF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A343C6E-63AD-091C-3E08-D01E42D5C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8784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674D035-43AA-7875-ABE0-FC8994CA3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C873C8B-658E-E3D1-960F-CAA37348CD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777814F-F009-9B30-E22C-D8F3377C2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FE5051A-992D-5093-630E-C74906FCC2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185EFE7-FD10-4117-4C00-9CF8E7288E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E0DEC02-CA8D-97DD-4045-8D4FF40856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F705822-62C4-28D0-F3A1-E77BB6A4E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56AB217-4616-9A5A-2D29-DD0F30044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874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A504C3-9727-B6F4-A6F7-DF1B992AC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7502B74-A0B0-68C1-8F25-9A04D6C0A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A58F26-19E8-9910-9527-8E428D036B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E8DE334-440D-1AF6-42F3-B6FBDF1E7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4359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2495CA-39E4-A2C7-7F18-0AAA099BB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324D050-1DA0-6E40-F538-EC97498C5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425C406-9A13-CC18-DFF4-C278CA82A5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0484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A648D0-A764-CC7E-51B7-857FF3E0F8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983082-7472-6438-30F0-02402C704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7391DFB-8CAB-195B-5265-CFF874E602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32FF918-F653-340B-C4E3-14D902160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13615AF-30CF-94E3-DE70-AF698F7C2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2247B6-2FC0-219F-74B0-2CDC3C57F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7617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986502-C6F1-8114-C116-B479D3816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55D2EBC-E67B-F212-19EF-970E33E13A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B138F80-A2EA-2F2B-C4C3-50B3158F38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7766369-75A2-CD3B-44A1-495BF094B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475EB98-4F05-D1A8-3781-8DFBBEDF0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8326DC4-4BF4-22B7-D98A-3DFFA77FB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98399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CE4F30-4064-71D6-9CE0-8D7550ACB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F09D087-5E4F-B866-6649-8E8027FF1A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05F0F31-D300-E6C6-1261-459DE835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84A6C01-788C-BA83-5533-684122C0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EE2336-1214-EFCD-C42E-9F0553FA2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036642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B3C06A6-3FE6-F0D3-1F89-C672DEAA8F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67B97B2-7DEF-2EF0-9344-E5868A5CC3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DE61860-3865-EE74-FAF2-FF311C463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DEFE2A-36C0-BA61-730A-938E53E05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8EA206-CC4D-FCB5-E58F-54B41097C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51444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1BD2059E-64D4-BE7D-4709-4A95F4812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DDF30EC-F7AF-BCE8-FE09-60B0DE411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7AC1AC-DEE5-BE8B-C713-158B5367C50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CDEA62-68EE-4459-8316-C590E1158532}" type="datetimeFigureOut">
              <a:rPr kumimoji="1" lang="ja-JP" altLang="en-US" smtClean="0"/>
              <a:t>2026/3/26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94C0BF6-7EBC-6204-57CE-E69753754B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E05BAB-2610-7F8E-CE51-BCB44B345F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B5EBA6-3AF9-44A2-8ADE-40124A5FA6E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65101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2A77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52D99F4-8018-9ACB-4F2B-8A18034B98BE}"/>
              </a:ext>
            </a:extLst>
          </p:cNvPr>
          <p:cNvSpPr txBox="1"/>
          <p:nvPr/>
        </p:nvSpPr>
        <p:spPr>
          <a:xfrm>
            <a:off x="4064215" y="250683"/>
            <a:ext cx="3878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000" dirty="0">
                <a:latin typeface="Sicうんすい" panose="02000600000000000000" pitchFamily="50" charset="-128"/>
                <a:ea typeface="Sicうんすい" panose="02000600000000000000" pitchFamily="50" charset="-128"/>
              </a:rPr>
              <a:t>操作説明</a:t>
            </a:r>
            <a:endParaRPr kumimoji="1" lang="en-US" altLang="ja-JP" sz="6000" dirty="0">
              <a:latin typeface="Sicうんすい" panose="02000600000000000000" pitchFamily="50" charset="-128"/>
              <a:ea typeface="Sicうんすい" panose="02000600000000000000" pitchFamily="50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3DADE57-95F7-83C1-E14D-4D25337AD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1620" y="1869331"/>
            <a:ext cx="3732487" cy="167516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A3119145-8276-37BD-A52A-BAB9677742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00800" y="1775643"/>
            <a:ext cx="4062457" cy="1862541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B6A1171B-5E25-B7A7-B5A0-E7C4F76E1DB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12" y="4033291"/>
            <a:ext cx="5491678" cy="246470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DA4272C4-FA21-782F-AC64-58ECDD59C3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10954" y="1643725"/>
            <a:ext cx="3912071" cy="1793593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AAEF4010-8CE1-5989-DCCC-45D847D9B7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769" y="0"/>
            <a:ext cx="3210446" cy="1394861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43074F8-0A21-36B4-3E5B-760E9C7D28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1311" y="4033291"/>
            <a:ext cx="5091845" cy="2334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9044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9bed73b-e658-49b5-bba4-544b5c108067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661CD4EC631C04419A78B25055566241" ma:contentTypeVersion="9" ma:contentTypeDescription="新しいドキュメントを作成します。" ma:contentTypeScope="" ma:versionID="542210c48501d0d8409541a7f3f744da">
  <xsd:schema xmlns:xsd="http://www.w3.org/2001/XMLSchema" xmlns:xs="http://www.w3.org/2001/XMLSchema" xmlns:p="http://schemas.microsoft.com/office/2006/metadata/properties" xmlns:ns3="f9bed73b-e658-49b5-bba4-544b5c108067" xmlns:ns4="727260ab-068d-42bd-9930-0b757632fedd" targetNamespace="http://schemas.microsoft.com/office/2006/metadata/properties" ma:root="true" ma:fieldsID="ded776a2eeef4099ea0499a53cab014a" ns3:_="" ns4:_="">
    <xsd:import namespace="f9bed73b-e658-49b5-bba4-544b5c108067"/>
    <xsd:import namespace="727260ab-068d-42bd-9930-0b757632fedd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_activit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bed73b-e658-49b5-bba4-544b5c108067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7260ab-068d-42bd-9930-0b757632fedd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7E40DE0-AA04-445D-83A0-48331E8404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B4CB0B-56BB-4B85-8F94-C2F40EAF6989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office/infopath/2007/PartnerControls"/>
    <ds:schemaRef ds:uri="f9bed73b-e658-49b5-bba4-544b5c108067"/>
    <ds:schemaRef ds:uri="http://schemas.microsoft.com/office/2006/documentManagement/types"/>
    <ds:schemaRef ds:uri="http://purl.org/dc/elements/1.1/"/>
    <ds:schemaRef ds:uri="http://purl.org/dc/dcmitype/"/>
    <ds:schemaRef ds:uri="http://schemas.openxmlformats.org/package/2006/metadata/core-properties"/>
    <ds:schemaRef ds:uri="727260ab-068d-42bd-9930-0b757632fedd"/>
  </ds:schemaRefs>
</ds:datastoreItem>
</file>

<file path=customXml/itemProps3.xml><?xml version="1.0" encoding="utf-8"?>
<ds:datastoreItem xmlns:ds="http://schemas.openxmlformats.org/officeDocument/2006/customXml" ds:itemID="{19D592CD-839E-43E2-A7FA-2E11250D929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9bed73b-e658-49b5-bba4-544b5c108067"/>
    <ds:schemaRef ds:uri="727260ab-068d-42bd-9930-0b757632fed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2</Words>
  <Application>Microsoft Office PowerPoint</Application>
  <PresentationFormat>ワイド画面</PresentationFormat>
  <Paragraphs>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Sicうんすい</vt:lpstr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開地　碧音</dc:creator>
  <cp:lastModifiedBy>開地　碧音</cp:lastModifiedBy>
  <cp:revision>5</cp:revision>
  <dcterms:created xsi:type="dcterms:W3CDTF">2026-03-24T00:01:13Z</dcterms:created>
  <dcterms:modified xsi:type="dcterms:W3CDTF">2026-03-26T06:38:27Z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0x010100661CD4EC631C04419A78B25055566241</vt:lpwstr>
  </property>
</Properties>
</file>