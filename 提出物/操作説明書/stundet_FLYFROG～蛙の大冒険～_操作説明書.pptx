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A77A"/>
    <a:srgbClr val="CC6600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2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23181-FEB2-44DA-9C3B-1231A62273E8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7533-7F6B-4461-B3A1-43E124B3B3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0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82864-C320-4D01-D10F-4F7E25700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725346-31F5-570E-64E3-25CA542A6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37037-8211-880F-A8B7-C238C4EA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539A9F-1BBF-36F3-C39D-84EC7E5C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D43E84-269E-9C06-24E1-5612A4F2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17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0E87E-C763-81F4-9ECE-8446BFD6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532B33-BA0A-23B6-CA11-8BB55715B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A1F55C-CEE2-24DC-696D-252F83C4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C6E48-F424-FA6B-C1B8-1DBE4E5F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09A70-B52D-FB95-D767-414B7AB4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5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8D98B-654D-CDD7-9560-D75BAFEF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2E514A-7A64-577F-F4D0-C5CA8DC59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05D46-E0CC-7E7C-3DC1-9290709C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DFBFC0-64B5-68D0-AFC3-F9D8E479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CF631B-AA21-69C6-1115-1BC0AE5F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02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9FDBC-A5DB-9BA4-5625-863D3FCA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71CA9F-9995-DC4D-99B6-495E82677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E7C4ED-D601-B58E-5818-028F31409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7F1F63-021B-9E41-D650-D100E3DA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4DB9FC-8B0E-AD96-D35E-DD2A969B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343C6E-63AD-091C-3E08-D01E42D5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7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74D035-43AA-7875-ABE0-FC8994CA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873C8B-658E-E3D1-960F-CAA37348C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77814F-F009-9B30-E22C-D8F3377C2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E5051A-992D-5093-630E-C74906FCC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85EFE7-FD10-4117-4C00-9CF8E7288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0DEC02-CA8D-97DD-4045-8D4FF408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705822-62C4-28D0-F3A1-E77BB6A4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6AB217-4616-9A5A-2D29-DD0F3004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87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504C3-9727-B6F4-A6F7-DF1B992A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502B74-A0B0-68C1-8F25-9A04D6C0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A58F26-19E8-9910-9527-8E428D03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8DE334-440D-1AF6-42F3-B6FBDF1E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35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2495CA-39E4-A2C7-7F18-0AAA099B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24D050-1DA0-6E40-F538-EC97498C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25C406-9A13-CC18-DFF4-C278CA82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48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648D0-A764-CC7E-51B7-857FF3E0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983082-7472-6438-30F0-02402C70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391DFB-8CAB-195B-5265-CFF874E60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2FF918-F653-340B-C4E3-14D90216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3615AF-30CF-94E3-DE70-AF698F7C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2247B6-2FC0-219F-74B0-2CDC3C57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61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86502-C6F1-8114-C116-B479D381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5D2EBC-E67B-F212-19EF-970E33E13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138F80-A2EA-2F2B-C4C3-50B3158F3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766369-75A2-CD3B-44A1-495BF09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75EB98-4F05-D1A8-3781-8DFBBEDF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326DC4-4BF4-22B7-D98A-3DFFA77F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83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CE4F30-4064-71D6-9CE0-8D7550AC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09D087-5E4F-B866-6649-8E8027FF1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5F0F31-D300-E6C6-1261-459DE835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4A6C01-788C-BA83-5533-684122C0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EE2336-1214-EFCD-C42E-9F0553FA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66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3C06A6-3FE6-F0D3-1F89-C672DEAA8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7B97B2-7DEF-2EF0-9344-E5868A5CC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E61860-3865-EE74-FAF2-FF311C46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DEFE2A-36C0-BA61-730A-938E53E0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EA206-CC4D-FCB5-E58F-54B41097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14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D2059E-64D4-BE7D-4709-4A95F481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DF30EC-F7AF-BCE8-FE09-60B0DE41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7AC1AC-DEE5-BE8B-C713-158B5367C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4C0BF6-7EBC-6204-57CE-E69753754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05BAB-2610-7F8E-CE51-BCB44B345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10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A7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2D99F4-8018-9ACB-4F2B-8A18034B98BE}"/>
              </a:ext>
            </a:extLst>
          </p:cNvPr>
          <p:cNvSpPr txBox="1"/>
          <p:nvPr/>
        </p:nvSpPr>
        <p:spPr>
          <a:xfrm>
            <a:off x="4156666" y="735077"/>
            <a:ext cx="3878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操作説明</a:t>
            </a:r>
            <a:endParaRPr kumimoji="1" lang="en-US" altLang="ja-JP" sz="60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3DADE57-95F7-83C1-E14D-4D25337AD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51" y="4701349"/>
            <a:ext cx="4434189" cy="199009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3119145-8276-37BD-A52A-BAB967774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053" y="2022301"/>
            <a:ext cx="4434189" cy="203297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6A1171B-5E25-B7A7-B5A0-E7C4F76E1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8" y="4701349"/>
            <a:ext cx="4434189" cy="199009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A4272C4-FA21-782F-AC64-58ECDD59C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458" y="2022301"/>
            <a:ext cx="4434189" cy="203297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AEF4010-8CE1-5989-DCCC-45D847D9B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39" y="216687"/>
            <a:ext cx="3843327" cy="166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bed73b-e658-49b5-bba4-544b5c10806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1CD4EC631C04419A78B25055566241" ma:contentTypeVersion="9" ma:contentTypeDescription="新しいドキュメントを作成します。" ma:contentTypeScope="" ma:versionID="542210c48501d0d8409541a7f3f744da">
  <xsd:schema xmlns:xsd="http://www.w3.org/2001/XMLSchema" xmlns:xs="http://www.w3.org/2001/XMLSchema" xmlns:p="http://schemas.microsoft.com/office/2006/metadata/properties" xmlns:ns3="f9bed73b-e658-49b5-bba4-544b5c108067" xmlns:ns4="727260ab-068d-42bd-9930-0b757632fedd" targetNamespace="http://schemas.microsoft.com/office/2006/metadata/properties" ma:root="true" ma:fieldsID="ded776a2eeef4099ea0499a53cab014a" ns3:_="" ns4:_="">
    <xsd:import namespace="f9bed73b-e658-49b5-bba4-544b5c108067"/>
    <xsd:import namespace="727260ab-068d-42bd-9930-0b757632fed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ed73b-e658-49b5-bba4-544b5c1080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7260ab-068d-42bd-9930-0b757632fed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B4CB0B-56BB-4B85-8F94-C2F40EAF6989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f9bed73b-e658-49b5-bba4-544b5c108067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727260ab-068d-42bd-9930-0b757632fedd"/>
  </ds:schemaRefs>
</ds:datastoreItem>
</file>

<file path=customXml/itemProps2.xml><?xml version="1.0" encoding="utf-8"?>
<ds:datastoreItem xmlns:ds="http://schemas.openxmlformats.org/officeDocument/2006/customXml" ds:itemID="{17E40DE0-AA04-445D-83A0-48331E8404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D592CD-839E-43E2-A7FA-2E11250D92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ed73b-e658-49b5-bba4-544b5c108067"/>
    <ds:schemaRef ds:uri="727260ab-068d-42bd-9930-0b757632f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Sicうんすい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開地　碧音</dc:creator>
  <cp:lastModifiedBy>開地　碧音</cp:lastModifiedBy>
  <cp:revision>4</cp:revision>
  <dcterms:created xsi:type="dcterms:W3CDTF">2026-03-24T00:01:13Z</dcterms:created>
  <dcterms:modified xsi:type="dcterms:W3CDTF">2026-03-26T01:17:11Z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0x010100661CD4EC631C04419A78B25055566241</vt:lpwstr>
  </property>
</Properties>
</file>